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SOVEREIGN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 •  Multi-Provider  •  Cost-Aware  •  Quality Guarded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1371600" cy="36576"/>
          </a:xfrm>
          <a:prstGeom prst="rect">
            <a:avLst/>
          </a:prstGeom>
          <a:solidFill>
            <a:srgbClr val="47F19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Centralized control, rate limiting, and memory loss are breaking AI for serious users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73152" cy="73152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 &amp; Throttling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on paid tiers, voice and long conversations are aggressively capped. One or two questions and the system demands an upgrade.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77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&amp; Context Loss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651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reset. User preferences, history, and learning disappear between conversations. No real persistence.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73152" cy="73152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Lock-In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Single-provider dependency. When one company throttles or changes policy, everything breaks. No fallback, no sovereignty.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31920"/>
            <a:ext cx="73152" cy="731520"/>
          </a:xfrm>
          <a:prstGeom prst="rect">
            <a:avLst/>
          </a:prstGeom>
          <a:solidFill>
            <a:srgbClr val="F056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23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Real Control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297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cannot set meaningful token budgets, routing rules, or quality gates. The infrastructure decides for you.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foundation of sovereign AI infrastructure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560320" cy="150876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SOVEREIGNTY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owns the memory, routing rules, budgets, and quality gates. Not the provider.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417320"/>
            <a:ext cx="2560320" cy="150876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REPMHL — Resilient memory that survives restarts, sessions, and model rotations.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560320" cy="150876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MULTI-PROVIDER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240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control across xAI, Anthropic, and OpenAI with per-provider tracking and caps.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108960"/>
            <a:ext cx="2560320" cy="150876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COST-AWARE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that balances quality needs with actual spend. No surprise bills.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108960"/>
            <a:ext cx="2560320" cy="150876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1188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118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GUARDED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118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+ Heavy Judge pattern. Critical outputs reviewed before reaching the user.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3108960"/>
            <a:ext cx="2560320" cy="150876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5508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39319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decision, extension, and routing choice is logged and reviewable.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sovereign orchestration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7680960" cy="749808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91440" cy="749808"/>
          </a:xfrm>
          <a:prstGeom prst="rect">
            <a:avLst/>
          </a:prstGeom>
          <a:solidFill>
            <a:srgbClr val="47F19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08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REPMHL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15819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+ Hydration + User Learning  •  Hooks + State 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58568"/>
            <a:ext cx="7680960" cy="749808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58568"/>
            <a:ext cx="91440" cy="749808"/>
          </a:xfrm>
          <a:prstGeom prst="rect">
            <a:avLst/>
          </a:prstGeom>
          <a:solidFill>
            <a:srgbClr val="3DD8D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50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MultiProvider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• Anthropic • OpenAI  •  Per-provider caps + Dynamic cost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99816"/>
            <a:ext cx="7680960" cy="749808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99816"/>
            <a:ext cx="91440" cy="749808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912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SmartProvider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32644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Cost-aware routing  •  Capacity check + Heavy Judge gate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941064"/>
            <a:ext cx="7680960" cy="749808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941064"/>
            <a:ext cx="91440" cy="749808"/>
          </a:xfrm>
          <a:prstGeom prst="rect">
            <a:avLst/>
          </a:prstGeom>
          <a:solidFill>
            <a:srgbClr val="40BB8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03250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Council &amp;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Judge System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9120" y="41056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voting  •  Cryptographic verdicts + Silent protection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User → Router (context + cost) → TokenManager (track + extend) → REPMHL (persist + learn) → Council/Judge (verify) → Output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REPMHL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Resilient Engine for Persistent Memory Hydration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Memory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MemoryTurn dataclass + importance scoring. Survives restarts. Hydrated from disk on startup (60min timeout).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Learning Profile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Tone, medical_context, corrections, politeness tracking. Auto-applied to system prompts via get_system_prompt().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Token-Aware Rotation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force_rotation_every=6144 tokens. Zero-downtime handoff. Memory carried across model switches (Claude → GPT → Grok).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Hydration + State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_hydrate_state() + _save_everything(). Full session restored cleanly. JSON state in /artifacts/repmhl/.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REPMHL Hooks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process_turn() feeds any component into memory layer. Unified audit + learning across the entire stack.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Ready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Dataclasses, typed state, error-resilient hydration. Designed for sovereign orchestration + PQC audit layers.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TOKEN MANAGER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control across xAI, Anthropic, and OpenAI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Per-Provider Tracking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token counts, max limits, and extension history for each provider.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Auto-Extension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extension with hard caps. Never unlimited. Always logged.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Cost Tracking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spend calculated per turn. Persistent cost history per provider.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Persistent State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lives inside your config file. Survives restarts and crashes.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REPMHL Integration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event can be fed into the memory layer for unified learning.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Resilient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of missing state, corrupted config, and provider failures.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PROVIDER ROUTER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Context-aware + Cost-aware intelligent routing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Priority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Medical/Education → prefer Anthropic first. General → prefer lowest cost viable (xAI). Uses priority_rules + COST_TIERS weighting.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Cost-Aware Routing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_get_cheapest_viable_provider(). Sorts by relative cost per 1K tokens. Only routes if capacity &gt; 512 tokens remaining.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Checking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check against each provider’s max_tokens - token_count. Prevents over-subscription before routing.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 Fallback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preferred provider &lt; 512 tokens left, gracefully falls back to next in priority list. Never hard-fails if any capacity exists.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Judge Gate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use_judge=True forces high-stakes queries through strongest model (Grok Heavy / Claude Opus) before final output.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Audit Trail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RoutingDecision object logged: provider, reason, remaining_capacity, estimated_cost, used_judge. Persistent in config.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&amp; JUDGE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model as quality guardian and arbiter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BB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Multi-Model Council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models vote on critical outputs. Final verdict synthesized by the Judge.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27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BB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Heavy as Guardian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model silently reviews and can yank inappropriate output before the user sees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BB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Cryptographic Verdicts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council decision produces a signed, timestamped, hash-verifiable record.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51460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6243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BB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Protection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never sees the internal review process. Clean output or safe refusal.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BB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 / Medical Override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quality models are automatically prioritized for sensitive contexts.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3931920" cy="960120"/>
          </a:xfrm>
          <a:prstGeom prst="rect">
            <a:avLst/>
          </a:prstGeom>
          <a:solidFill>
            <a:srgbClr val="163833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721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BB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Sovereign Control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4023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council rules, voting thresholds, and when the Judge must intervene.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40B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&amp;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3891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live and what comes next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5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ONE  | 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F19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REPMHL v2.0  •  MultiProviderTokenManager with cost tracking  •  SmartProviderRouter (context + cost-aware)  •  9-slide Sovereignty Deck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8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sovereign orchestration deployment  •  Council/Judge integration  •  Persistent voice token management  •  PQC-ready audit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73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voice + memory hydration  •  Air-gap capable deployment  •  Full PQC signing for all verdicts  •  Public sovereign stack release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Sovereign AI Infrastructure</dc:title>
  <dc:subject>PptxGenJS Presentation</dc:subject>
  <dc:creator>Sovereignty One</dc:creator>
  <cp:lastModifiedBy>Sovereignty One</cp:lastModifiedBy>
  <cp:revision>1</cp:revision>
  <dcterms:created xsi:type="dcterms:W3CDTF">2026-05-22T10:57:03Z</dcterms:created>
  <dcterms:modified xsi:type="dcterms:W3CDTF">2026-05-22T10:57:03Z</dcterms:modified>
</cp:coreProperties>
</file>